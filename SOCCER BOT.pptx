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0" r:id="rId5"/>
    <p:sldId id="265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7051247-1869-4343-9B01-780B2CE07CD3}">
          <p14:sldIdLst>
            <p14:sldId id="256"/>
            <p14:sldId id="257"/>
            <p14:sldId id="258"/>
            <p14:sldId id="260"/>
            <p14:sldId id="265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90" d="100"/>
          <a:sy n="90" d="100"/>
        </p:scale>
        <p:origin x="8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35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3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81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1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137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33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911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00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84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20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8068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831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4402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242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263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95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E925C-E2A3-4344-84A4-E1DF486D607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70A83D0-C813-4175-BE38-C706968C0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212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otball 4k Wallpapers - Wallpaper Cave">
            <a:extLst>
              <a:ext uri="{FF2B5EF4-FFF2-40B4-BE49-F238E27FC236}">
                <a16:creationId xmlns:a16="http://schemas.microsoft.com/office/drawing/2014/main" id="{86995C0C-0FEF-FD19-A45E-1AA126CB8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771" y="-380144"/>
            <a:ext cx="12684217" cy="818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DF5FED-3091-BE24-EA1D-1AEF20FBD7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SOCCER 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A5AC3-D540-2C7B-F237-A81B757502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dirty="0"/>
              <a:t>Robotics Lab Project</a:t>
            </a:r>
          </a:p>
          <a:p>
            <a:pPr algn="ctr"/>
            <a:r>
              <a:rPr lang="en-US" dirty="0"/>
              <a:t>Adil Naz Muhammed</a:t>
            </a:r>
          </a:p>
          <a:p>
            <a:pPr algn="ctr"/>
            <a:r>
              <a:rPr lang="en-US" dirty="0"/>
              <a:t>Roll Number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823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2CBDB-8CDF-8C66-48E8-10D58F61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BCC2-5FCC-4EBE-4FF7-A13B466CD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>
              <a:defRPr sz="2200"/>
            </a:pPr>
            <a:r>
              <a:rPr lang="en-US" dirty="0"/>
              <a:t>Robot pursues ball using camera vision</a:t>
            </a:r>
          </a:p>
          <a:p>
            <a:pPr>
              <a:defRPr sz="2200"/>
            </a:pPr>
            <a:r>
              <a:rPr lang="en-US" dirty="0"/>
              <a:t>Tele-op control based gaming</a:t>
            </a:r>
          </a:p>
          <a:p>
            <a:pPr>
              <a:defRPr sz="2200"/>
            </a:pPr>
            <a:r>
              <a:rPr lang="en-US" dirty="0"/>
              <a:t>Realistic soccer field simulation in Gazebo</a:t>
            </a:r>
          </a:p>
          <a:p>
            <a:pPr>
              <a:defRPr sz="2200"/>
            </a:pPr>
            <a:r>
              <a:rPr lang="en-US" dirty="0"/>
              <a:t>Ball-tracking and movement control via ROS</a:t>
            </a:r>
          </a:p>
        </p:txBody>
      </p:sp>
    </p:spTree>
    <p:extLst>
      <p:ext uri="{BB962C8B-B14F-4D97-AF65-F5344CB8AC3E}">
        <p14:creationId xmlns:p14="http://schemas.microsoft.com/office/powerpoint/2010/main" val="7053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7E1540-CA2F-EED4-FB17-EB134E47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103" y="4774008"/>
            <a:ext cx="3584486" cy="1933224"/>
          </a:xfrm>
          <a:prstGeom prst="rect">
            <a:avLst/>
          </a:prstGeom>
        </p:spPr>
      </p:pic>
      <p:pic>
        <p:nvPicPr>
          <p:cNvPr id="7" name="Picture 6" descr="A video game of a football field&#10;&#10;AI-generated content may be incorrect.">
            <a:extLst>
              <a:ext uri="{FF2B5EF4-FFF2-40B4-BE49-F238E27FC236}">
                <a16:creationId xmlns:a16="http://schemas.microsoft.com/office/drawing/2014/main" id="{2F1F0035-B548-CB6D-19C0-97E7F4BB2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010" y="1148315"/>
            <a:ext cx="5731510" cy="16348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C5823-875B-762B-7466-58D84A0B6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502801" cy="1320800"/>
          </a:xfrm>
        </p:spPr>
        <p:txBody>
          <a:bodyPr/>
          <a:lstStyle/>
          <a:p>
            <a:r>
              <a:rPr lang="en-IN" dirty="0"/>
              <a:t>Robot Architecture (URDF) and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BEC7-A418-34FD-C3ED-1EEA41B94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344" y="1359695"/>
            <a:ext cx="5418666" cy="2640011"/>
          </a:xfrm>
        </p:spPr>
        <p:txBody>
          <a:bodyPr/>
          <a:lstStyle/>
          <a:p>
            <a:pPr>
              <a:defRPr sz="2000"/>
            </a:pPr>
            <a:r>
              <a:rPr lang="en-US" dirty="0"/>
              <a:t>Base, left &amp; right wheels, rear caster</a:t>
            </a:r>
          </a:p>
          <a:p>
            <a:pPr>
              <a:defRPr sz="2000"/>
            </a:pPr>
            <a:r>
              <a:rPr lang="en-US" dirty="0"/>
              <a:t>Forward-mounted tilt camera</a:t>
            </a:r>
          </a:p>
          <a:p>
            <a:pPr>
              <a:defRPr sz="2000"/>
            </a:pPr>
            <a:r>
              <a:rPr lang="en-US" dirty="0"/>
              <a:t>Gazebo ROS camera plugin for image topics</a:t>
            </a:r>
          </a:p>
          <a:p>
            <a:pPr>
              <a:defRPr sz="2000"/>
            </a:pPr>
            <a:r>
              <a:rPr lang="en-US" dirty="0"/>
              <a:t>Diff-drive plugin for motion control</a:t>
            </a:r>
          </a:p>
          <a:p>
            <a:endParaRPr lang="en-IN" dirty="0"/>
          </a:p>
        </p:txBody>
      </p:sp>
      <p:pic>
        <p:nvPicPr>
          <p:cNvPr id="6" name="Picture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395ACBC-5331-7DE2-54CF-E8668A605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588" y="2783201"/>
            <a:ext cx="2842807" cy="39168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1EFF48-594C-9F14-A81E-0F177A466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010" y="2783201"/>
            <a:ext cx="3070578" cy="199080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DF94C5-731C-D110-AD5D-1B7CBF7B6571}"/>
              </a:ext>
            </a:extLst>
          </p:cNvPr>
          <p:cNvSpPr txBox="1">
            <a:spLocks/>
          </p:cNvSpPr>
          <p:nvPr/>
        </p:nvSpPr>
        <p:spPr>
          <a:xfrm>
            <a:off x="778344" y="3925594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pPr>
              <a:defRPr sz="2000"/>
            </a:pPr>
            <a:r>
              <a:rPr lang="en-US" sz="2000"/>
              <a:t>9 × 6 meter realistic soccer field</a:t>
            </a:r>
          </a:p>
          <a:p>
            <a:pPr>
              <a:defRPr sz="2000"/>
            </a:pPr>
            <a:r>
              <a:rPr lang="en-US" sz="2000"/>
              <a:t>High-resolution textured field surface</a:t>
            </a:r>
          </a:p>
          <a:p>
            <a:pPr>
              <a:defRPr sz="2000"/>
            </a:pPr>
            <a:r>
              <a:rPr lang="en-US" sz="2000"/>
              <a:t>Walls on all four sides</a:t>
            </a:r>
          </a:p>
          <a:p>
            <a:pPr>
              <a:defRPr sz="2000"/>
            </a:pPr>
            <a:r>
              <a:rPr lang="en-US" sz="2000"/>
              <a:t>Goals placed on long edges</a:t>
            </a:r>
          </a:p>
          <a:p>
            <a:pPr>
              <a:defRPr sz="2000"/>
            </a:pPr>
            <a:r>
              <a:rPr lang="en-US" sz="2000"/>
              <a:t>Dynamic soccer ball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99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C92D5-2DA0-302C-DB1D-7B8AF0B58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7716"/>
            <a:ext cx="8596668" cy="1320800"/>
          </a:xfrm>
        </p:spPr>
        <p:txBody>
          <a:bodyPr/>
          <a:lstStyle/>
          <a:p>
            <a:r>
              <a:rPr lang="en-IN" dirty="0"/>
              <a:t>Computer Vision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789F6-0091-B16A-BC4D-450BFE09D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3054"/>
            <a:ext cx="8596668" cy="2257239"/>
          </a:xfrm>
        </p:spPr>
        <p:txBody>
          <a:bodyPr/>
          <a:lstStyle/>
          <a:p>
            <a:endParaRPr lang="en-US" dirty="0"/>
          </a:p>
          <a:p>
            <a:pPr>
              <a:defRPr sz="2000"/>
            </a:pPr>
            <a:r>
              <a:rPr lang="en-US" dirty="0"/>
              <a:t>HSV mask for orange-ball detection</a:t>
            </a:r>
          </a:p>
          <a:p>
            <a:pPr>
              <a:defRPr sz="2000"/>
            </a:pPr>
            <a:r>
              <a:rPr lang="en-US" dirty="0"/>
              <a:t>Noise filtering: morphological open/close</a:t>
            </a:r>
          </a:p>
          <a:p>
            <a:pPr>
              <a:defRPr sz="2000"/>
            </a:pPr>
            <a:r>
              <a:rPr lang="en-US" dirty="0"/>
              <a:t>Contour extraction and radius estimation</a:t>
            </a:r>
          </a:p>
          <a:p>
            <a:pPr>
              <a:defRPr sz="2000"/>
            </a:pPr>
            <a:r>
              <a:rPr lang="en-US" dirty="0"/>
              <a:t>Adaptive control based on ball position</a:t>
            </a:r>
          </a:p>
          <a:p>
            <a:endParaRPr lang="en-IN" dirty="0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351C8E7-A6A1-C2B3-EA97-284DA21A6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389" y="0"/>
            <a:ext cx="6210611" cy="388077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BE57932-09F5-44B9-2429-8A567E64A4FA}"/>
              </a:ext>
            </a:extLst>
          </p:cNvPr>
          <p:cNvSpPr txBox="1">
            <a:spLocks/>
          </p:cNvSpPr>
          <p:nvPr/>
        </p:nvSpPr>
        <p:spPr>
          <a:xfrm>
            <a:off x="204185" y="3728911"/>
            <a:ext cx="6489010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Ball Following Controller (ROS Node)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3E6B66-6DBD-7E69-B067-8BB7433E60DF}"/>
              </a:ext>
            </a:extLst>
          </p:cNvPr>
          <p:cNvSpPr txBox="1">
            <a:spLocks/>
          </p:cNvSpPr>
          <p:nvPr/>
        </p:nvSpPr>
        <p:spPr>
          <a:xfrm>
            <a:off x="602906" y="4469626"/>
            <a:ext cx="5691568" cy="22306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defRPr sz="2000"/>
            </a:pPr>
            <a:r>
              <a:rPr lang="en-US" sz="2000" dirty="0"/>
              <a:t>Reads camera feed from /</a:t>
            </a:r>
            <a:r>
              <a:rPr lang="en-US" sz="2000" dirty="0" err="1"/>
              <a:t>soccerbot_cam</a:t>
            </a:r>
            <a:endParaRPr lang="en-US" sz="2000" dirty="0"/>
          </a:p>
          <a:p>
            <a:pPr>
              <a:defRPr sz="2000"/>
            </a:pPr>
            <a:r>
              <a:rPr lang="en-US" sz="2000" dirty="0"/>
              <a:t>Computes angular correction using horizontal error</a:t>
            </a:r>
          </a:p>
          <a:p>
            <a:pPr>
              <a:defRPr sz="2000"/>
            </a:pPr>
            <a:r>
              <a:rPr lang="en-US" sz="2000" dirty="0"/>
              <a:t>Speed reduces as robot nears the ball</a:t>
            </a:r>
          </a:p>
          <a:p>
            <a:pPr>
              <a:defRPr sz="2000"/>
            </a:pPr>
            <a:r>
              <a:rPr lang="en-US" sz="2000" dirty="0"/>
              <a:t>Search mode: rotate and reverse when lost</a:t>
            </a:r>
          </a:p>
          <a:p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2660AC-109B-0B39-2B7B-E5D3982FBA43}"/>
              </a:ext>
            </a:extLst>
          </p:cNvPr>
          <p:cNvSpPr txBox="1">
            <a:spLocks/>
          </p:cNvSpPr>
          <p:nvPr/>
        </p:nvSpPr>
        <p:spPr>
          <a:xfrm>
            <a:off x="6647540" y="3993295"/>
            <a:ext cx="8596668" cy="6777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Goal &amp; Wall Awareness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6898DA-BA58-2E66-6977-FD282F13B690}"/>
              </a:ext>
            </a:extLst>
          </p:cNvPr>
          <p:cNvSpPr txBox="1">
            <a:spLocks/>
          </p:cNvSpPr>
          <p:nvPr/>
        </p:nvSpPr>
        <p:spPr>
          <a:xfrm>
            <a:off x="6647540" y="425520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defRPr sz="2000"/>
            </a:pPr>
            <a:r>
              <a:rPr lang="en-US" sz="2000" dirty="0"/>
              <a:t>White/Grey color detection for goal posts</a:t>
            </a:r>
          </a:p>
          <a:p>
            <a:pPr>
              <a:defRPr sz="2000"/>
            </a:pPr>
            <a:r>
              <a:rPr lang="en-US" sz="2000" dirty="0"/>
              <a:t>Goal scored when ball passes post line</a:t>
            </a:r>
          </a:p>
          <a:p>
            <a:pPr>
              <a:defRPr sz="2000"/>
            </a:pPr>
            <a:r>
              <a:rPr lang="en-US" sz="2000" dirty="0"/>
              <a:t>Optional reset-to-center logic</a:t>
            </a:r>
          </a:p>
          <a:p>
            <a:pPr>
              <a:defRPr sz="2000"/>
            </a:pPr>
            <a:r>
              <a:rPr lang="en-US" sz="2000" dirty="0"/>
              <a:t>Prevents the robot from leaving field bounds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647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699A-6308-3749-3AD3-938E78717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Player Mode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CB3E5-0A0B-9FD0-31E8-EDA06397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7796815" cy="3880773"/>
          </a:xfrm>
        </p:spPr>
        <p:txBody>
          <a:bodyPr/>
          <a:lstStyle/>
          <a:p>
            <a:r>
              <a:rPr lang="en-US" dirty="0"/>
              <a:t>Launching a second URDF model into the world</a:t>
            </a:r>
          </a:p>
          <a:p>
            <a:r>
              <a:rPr lang="en-US" dirty="0"/>
              <a:t>Since terminal signal is limited, imported </a:t>
            </a:r>
            <a:r>
              <a:rPr lang="en-US" dirty="0" err="1"/>
              <a:t>pygame</a:t>
            </a:r>
            <a:r>
              <a:rPr lang="en-US" dirty="0"/>
              <a:t> for seamless command</a:t>
            </a:r>
          </a:p>
          <a:p>
            <a:r>
              <a:rPr lang="en-US" dirty="0"/>
              <a:t>WASD </a:t>
            </a:r>
            <a:r>
              <a:rPr lang="en-US" dirty="0" err="1"/>
              <a:t>teleop</a:t>
            </a:r>
            <a:r>
              <a:rPr lang="en-US" dirty="0"/>
              <a:t> for player 1 and arrow key </a:t>
            </a:r>
            <a:r>
              <a:rPr lang="en-US" dirty="0" err="1"/>
              <a:t>teleop</a:t>
            </a:r>
            <a:r>
              <a:rPr lang="en-US" dirty="0"/>
              <a:t> for player 2</a:t>
            </a:r>
            <a:endParaRPr lang="en-IN" dirty="0"/>
          </a:p>
        </p:txBody>
      </p:sp>
      <p:pic>
        <p:nvPicPr>
          <p:cNvPr id="4" name="Picture 3" descr="A computer screen shot of a game&#10;&#10;AI-generated content may be incorrect.">
            <a:extLst>
              <a:ext uri="{FF2B5EF4-FFF2-40B4-BE49-F238E27FC236}">
                <a16:creationId xmlns:a16="http://schemas.microsoft.com/office/drawing/2014/main" id="{C3B197C4-C250-FE19-3D76-7572FD64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80" y="3586312"/>
            <a:ext cx="5250367" cy="3281334"/>
          </a:xfrm>
          <a:prstGeom prst="rect">
            <a:avLst/>
          </a:prstGeom>
        </p:spPr>
      </p:pic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F8251B1-A252-E2FE-0550-BAA1066E0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929" y="4489791"/>
            <a:ext cx="4604908" cy="196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1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3AE3-4024-54F0-FAF3-FF3FCFCE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Additions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E6564-3F2F-8AF1-15D8-39AC381C2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120" y="1602380"/>
            <a:ext cx="8596668" cy="3880773"/>
          </a:xfrm>
        </p:spPr>
        <p:txBody>
          <a:bodyPr>
            <a:normAutofit/>
          </a:bodyPr>
          <a:lstStyle/>
          <a:p>
            <a:endParaRPr lang="en-IN" sz="2400" dirty="0"/>
          </a:p>
          <a:p>
            <a:r>
              <a:rPr lang="en-IN" sz="2400" dirty="0"/>
              <a:t>Goal detection</a:t>
            </a:r>
          </a:p>
          <a:p>
            <a:r>
              <a:rPr lang="en-IN" sz="2400" dirty="0"/>
              <a:t>Sideline / boundary detection</a:t>
            </a:r>
          </a:p>
          <a:p>
            <a:r>
              <a:rPr lang="en-IN" sz="2400" dirty="0"/>
              <a:t>Field awareness (goal + boundaries mapped)</a:t>
            </a:r>
          </a:p>
          <a:p>
            <a:r>
              <a:rPr lang="en-IN" sz="2400" dirty="0"/>
              <a:t>Robot states (real soccer logic)</a:t>
            </a:r>
          </a:p>
          <a:p>
            <a:r>
              <a:rPr lang="en-IN" sz="2400" dirty="0"/>
              <a:t>Improved kicking/pushing </a:t>
            </a:r>
            <a:r>
              <a:rPr lang="en-IN" sz="2400" dirty="0" err="1"/>
              <a:t>behavior</a:t>
            </a:r>
            <a:endParaRPr lang="en-IN" sz="2400" dirty="0"/>
          </a:p>
          <a:p>
            <a:r>
              <a:rPr lang="en-IN" sz="2400" dirty="0"/>
              <a:t>Physics tuning (ball &amp; robot)</a:t>
            </a:r>
          </a:p>
        </p:txBody>
      </p:sp>
    </p:spTree>
    <p:extLst>
      <p:ext uri="{BB962C8B-B14F-4D97-AF65-F5344CB8AC3E}">
        <p14:creationId xmlns:p14="http://schemas.microsoft.com/office/powerpoint/2010/main" val="347839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68D0-1D2B-2544-CB52-47A36F16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301" y="3001926"/>
            <a:ext cx="8596668" cy="13208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319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253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SOCCER BOT</vt:lpstr>
      <vt:lpstr>Overview</vt:lpstr>
      <vt:lpstr>Robot Architecture (URDF) and Environment</vt:lpstr>
      <vt:lpstr>Computer Vision System</vt:lpstr>
      <vt:lpstr>Two Player Mode</vt:lpstr>
      <vt:lpstr>Future Additions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 Naz Muhammed</dc:creator>
  <cp:lastModifiedBy>Adil Naz Muhammed</cp:lastModifiedBy>
  <cp:revision>4</cp:revision>
  <dcterms:created xsi:type="dcterms:W3CDTF">2025-11-20T21:48:50Z</dcterms:created>
  <dcterms:modified xsi:type="dcterms:W3CDTF">2025-11-23T15:30:47Z</dcterms:modified>
</cp:coreProperties>
</file>